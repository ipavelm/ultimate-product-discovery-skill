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tagline: the product in one sentence]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0" y="15544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5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[Date]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7432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45720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778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PROBLEM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78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customer's pain in 1-2 sentences. Opportunity Score: XX]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45720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8778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SOLUTION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37560" y="106070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</a:rPr>
              <a:t>Value prop: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75888" y="106070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 help [whom] [do what], unlike [competitor], because [mechanism]]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1353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key 2-3 features / mechanism]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804672"/>
            <a:ext cx="269748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877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MARKET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355080" y="106070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</a:rPr>
              <a:t>Type: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93408" y="1060704"/>
            <a:ext cx="2176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[existing / resegmented / new]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55080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TAM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55080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RUB bn]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0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🟡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59752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SAM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59752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 RUB bn]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62672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🟡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64424" y="1243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SOM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964424" y="1408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 RUB m]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67344" y="1243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🔴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011680"/>
            <a:ext cx="411480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2084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UNIT ECONOMICS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RUB]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CAC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6916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 RUB]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916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LTV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63240" y="2304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[Zx]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63240" y="25328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LTV/CAC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00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months]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Payback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6916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months]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916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Runway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0632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063240" y="2971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B/E month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480560" y="2011680"/>
            <a:ext cx="4434840" cy="11155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17720" y="20848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MAIN SCENARIO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1772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[Scenario name]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17720" y="25420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Business type: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52160" y="25420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[Product / Service / Marketplace / Hardware]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17720" y="26563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Monetisation: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0" y="26563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[subscription / commission / one-off / take rate]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17720" y="27706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Ticket / GMV: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52160" y="27706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 RUB | GMV month 1: Y RUB]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17720" y="28849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COGS: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0" y="28849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[XX%]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17720" y="29992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Gross Margin: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52160" y="29992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[XX%]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82880" y="3218688"/>
            <a:ext cx="283464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0040" y="3291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TOP 3 RESEARCH INSIGHTS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20040" y="353872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94360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[Insight 1 — a pattern from the interviews, OS = XX]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395020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94360" y="3922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[Insight 2 — an underserved need in the segment]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3616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361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360" y="4334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[Insight 3 — the key pain from the Job Map]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00400" y="3218688"/>
            <a:ext cx="356616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337560" y="3291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TOP 3 RISKY HYPOTHESES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00400" y="3493008"/>
            <a:ext cx="3657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5112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[Hypothesis 1 — type: need]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337560" y="370332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Method: [method]  ·  Timeframe: [N days]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00400" y="3913632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3931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[Hypothesis 2 — type: channel]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337560" y="4123944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Method: [method]  ·  Timeframe: [N days]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00400" y="4334256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7560" y="4352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[Hypothesis 3 — type: value]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337560" y="454456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Method: [method]  ·  Timeframe: [N days]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949440" y="3218688"/>
            <a:ext cx="2011680" cy="1572768"/>
          </a:xfrm>
          <a:prstGeom prst="rect">
            <a:avLst/>
          </a:prstGeom>
          <a:solidFill>
            <a:srgbClr val="1A335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7086600" y="32918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0A5FA"/>
                </a:solidFill>
              </a:rPr>
              <a:t>NEXT STEP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086600" y="35387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86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7086600" y="4087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concrete action]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086600" y="4480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[Owner]  ·  [Deadline]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5001768"/>
            <a:ext cx="4572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94A3B8"/>
                </a:solidFill>
              </a:rPr>
              <a:t>PRODUCT DISCOVERY  ·  ONE-PAGER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858000" y="5001768"/>
            <a:ext cx="19659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94A3B8"/>
                </a:solidFill>
              </a:rPr>
              <a:t>CONFIDENTIAL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One-pager — Product Discovery</dc:title>
  <dc:subject>PptxGenJS Presentation</dc:subject>
  <dc:creator>PptxGenJS</dc:creator>
  <cp:lastModifiedBy>PptxGenJS</cp:lastModifiedBy>
  <cp:revision>1</cp:revision>
  <dcterms:created xsi:type="dcterms:W3CDTF">2026-04-20T21:32:35Z</dcterms:created>
  <dcterms:modified xsi:type="dcterms:W3CDTF">2026-04-20T21:32:35Z</dcterms:modified>
</cp:coreProperties>
</file>